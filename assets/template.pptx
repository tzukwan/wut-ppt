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8" r:id="rId5"/>
    <p:sldId id="261" r:id="rId6"/>
    <p:sldId id="263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aaded401-536e-456b-966f-9042c6e8b9f5}">
          <p14:sldIdLst>
            <p14:sldId id="256"/>
          </p14:sldIdLst>
        </p14:section>
        <p14:section name="目录" id="{5e1d9252-c51a-42f3-84a1-38d91814a95e}">
          <p14:sldIdLst>
            <p14:sldId id="257"/>
          </p14:sldIdLst>
        </p14:section>
        <p14:section name="章节分隔" id="{5163bcdb-11fe-46a6-aa07-35ddeaaac959}">
          <p14:sldIdLst>
            <p14:sldId id="258"/>
          </p14:sldIdLst>
        </p14:section>
        <p14:section name="正文版式参考" id="{00adf984-2415-4494-abc9-84671bcfa3d5}">
          <p14:sldIdLst>
            <p14:sldId id="261"/>
          </p14:sldIdLst>
        </p14:section>
        <p14:section name="表格设计参考" id="{57e768cc-7bf3-4283-bee7-1d4870b64498}">
          <p14:sldIdLst>
            <p14:sldId id="263"/>
          </p14:sldIdLst>
        </p14:section>
        <p14:section name="可参考排版" id="{336c60ed-989b-48c2-8ebd-6e0dbcdc68f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469A"/>
    <a:srgbClr val="FBC540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8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tags" Target="../tags/tag40.xml"/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  <a:prstGeom prst="rect">
            <a:avLst/>
          </a:prstGeo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  <a:prstGeom prst="rect">
            <a:avLst/>
          </a:prstGeo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矩形 4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  <a:prstGeom prst="rect">
            <a:avLst/>
          </a:prstGeo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  <a:prstGeom prst="rect">
            <a:avLst/>
          </a:prstGeo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矩形 1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  <a:prstGeom prst="rect">
            <a:avLst/>
          </a:prstGeo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  <a:prstGeom prst="rect">
            <a:avLst/>
          </a:prstGeo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矩形 5"/>
          <p:cNvSpPr/>
          <p:nvPr userDrawn="1"/>
        </p:nvSpPr>
        <p:spPr>
          <a:xfrm>
            <a:off x="0" y="0"/>
            <a:ext cx="12192000" cy="65246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52.xml"/><Relationship Id="rId14" Type="http://schemas.openxmlformats.org/officeDocument/2006/relationships/image" Target="../media/image3.png"/><Relationship Id="rId13" Type="http://schemas.openxmlformats.org/officeDocument/2006/relationships/image" Target="../media/image2.png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 userDrawn="1"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9853"/>
          <a:stretch>
            <a:fillRect/>
          </a:stretch>
        </p:blipFill>
        <p:spPr>
          <a:xfrm>
            <a:off x="635" y="1633220"/>
            <a:ext cx="12205335" cy="4931410"/>
          </a:xfrm>
          <a:prstGeom prst="rect">
            <a:avLst/>
          </a:prstGeom>
        </p:spPr>
      </p:pic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6134BE-11D2-4C8A-BB1A-0BDBB1ECAFCF}" type="datetimeFigureOut">
              <a:rPr lang="zh-CN" altLang="en-US" sz="1200" b="0" smtClean="0">
                <a:solidFill>
                  <a:srgbClr val="898989"/>
                </a:solidFill>
                <a:latin typeface="+mn-lt"/>
                <a:ea typeface="+mn-ea"/>
              </a:rPr>
            </a:fld>
            <a:endParaRPr lang="en-US" sz="1200" b="0" dirty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zh-CN" altLang="en-US" sz="1200" b="0">
              <a:solidFill>
                <a:srgbClr val="898989"/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  <p:sp>
        <p:nvSpPr>
          <p:cNvPr id="11" name="矩形 10"/>
          <p:cNvSpPr/>
          <p:nvPr userDrawn="1"/>
        </p:nvSpPr>
        <p:spPr>
          <a:xfrm>
            <a:off x="0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dirty="0"/>
          </a:p>
        </p:txBody>
      </p:sp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5" y="6566670"/>
            <a:ext cx="1458073" cy="249227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38" b="33438"/>
          <a:stretch>
            <a:fillRect/>
          </a:stretch>
        </p:blipFill>
        <p:spPr>
          <a:xfrm>
            <a:off x="10474453" y="6524566"/>
            <a:ext cx="1320743" cy="333434"/>
          </a:xfrm>
          <a:prstGeom prst="rect">
            <a:avLst/>
          </a:prstGeom>
        </p:spPr>
      </p:pic>
    </p:spTree>
    <p:custDataLst>
      <p:tags r:id="rId15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53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tags" Target="../tags/tag5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90830" y="1198880"/>
            <a:ext cx="1161034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 defTabSz="913765">
              <a:spcBef>
                <a:spcPct val="0"/>
              </a:spcBef>
              <a:buNone/>
            </a:pPr>
            <a:r>
              <a:rPr lang="zh-CN" sz="4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sym typeface="+mn-ea"/>
              </a:rPr>
              <a:t>此处输入一级标题</a:t>
            </a:r>
            <a:endParaRPr lang="zh-CN" sz="4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</a:endParaRPr>
          </a:p>
        </p:txBody>
      </p:sp>
      <p:sp>
        <p:nvSpPr>
          <p:cNvPr id="7" name="Text Box 13"/>
          <p:cNvSpPr txBox="1">
            <a:spLocks noChangeArrowheads="1"/>
          </p:cNvSpPr>
          <p:nvPr/>
        </p:nvSpPr>
        <p:spPr bwMode="auto">
          <a:xfrm>
            <a:off x="3552190" y="2242820"/>
            <a:ext cx="5087620" cy="47180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103837" tIns="51919" rIns="103837" bIns="51919">
            <a:spAutoFit/>
          </a:bodyPr>
          <a:lstStyle/>
          <a:p>
            <a:pPr algn="ctr" eaLnBrk="0" fontAlgn="auto" hangingPunct="0">
              <a:spcBef>
                <a:spcPct val="5000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</a:rPr>
              <a:t>演讲人姓名</a:t>
            </a:r>
            <a:endParaRPr lang="zh-CN" altLang="en-US" sz="240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376" y="298247"/>
            <a:ext cx="2759765" cy="5805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4" name="Text Box 12"/>
          <p:cNvSpPr txBox="1">
            <a:spLocks noChangeArrowheads="1"/>
          </p:cNvSpPr>
          <p:nvPr/>
        </p:nvSpPr>
        <p:spPr bwMode="auto">
          <a:xfrm>
            <a:off x="0" y="513834"/>
            <a:ext cx="12192000" cy="974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5400" b="1" dirty="0">
                <a:solidFill>
                  <a:srgbClr val="C00000"/>
                </a:solidFill>
                <a:effectLst/>
                <a:latin typeface="微软雅黑" panose="020B0503020204020204" charset="-122"/>
                <a:ea typeface="微软雅黑" panose="020B0503020204020204" charset="-122"/>
              </a:rPr>
              <a:t>主   要   内   容</a:t>
            </a:r>
            <a:endParaRPr lang="zh-CN" altLang="en-US" sz="5400" b="1" dirty="0">
              <a:solidFill>
                <a:srgbClr val="C00000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229610" y="1555115"/>
            <a:ext cx="6510655" cy="775970"/>
          </a:xfrm>
          <a:prstGeom prst="rect">
            <a:avLst/>
          </a:prstGeom>
          <a:solidFill>
            <a:srgbClr val="00469A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输入一章节标题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7" name="矩形 6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452370" y="1555115"/>
            <a:ext cx="777240" cy="775970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469A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一</a:t>
            </a:r>
            <a:endParaRPr lang="zh-CN" altLang="en-US" sz="2800" b="1">
              <a:solidFill>
                <a:srgbClr val="00469A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" name="矩形 24"/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229610" y="2505710"/>
            <a:ext cx="6510655" cy="775335"/>
          </a:xfrm>
          <a:prstGeom prst="rect">
            <a:avLst/>
          </a:prstGeom>
          <a:solidFill>
            <a:srgbClr val="00469A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输入二章节标题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10" name="矩形 9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2452370" y="2503805"/>
            <a:ext cx="777240" cy="775335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469A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二</a:t>
            </a:r>
            <a:endParaRPr lang="zh-CN" altLang="en-US" sz="2800" b="1">
              <a:solidFill>
                <a:srgbClr val="00469A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0" name="矩形 29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3229610" y="3456940"/>
            <a:ext cx="6510655" cy="775335"/>
          </a:xfrm>
          <a:prstGeom prst="rect">
            <a:avLst/>
          </a:prstGeom>
          <a:solidFill>
            <a:srgbClr val="00469A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输入三章节标题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1" name="矩形 30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52370" y="3455035"/>
            <a:ext cx="777240" cy="775335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469A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三</a:t>
            </a:r>
            <a:endParaRPr lang="zh-CN" altLang="en-US" sz="2800" b="1">
              <a:solidFill>
                <a:srgbClr val="00469A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3" name="矩形 3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3229610" y="4408170"/>
            <a:ext cx="6510655" cy="775335"/>
          </a:xfrm>
          <a:prstGeom prst="rect">
            <a:avLst/>
          </a:prstGeom>
          <a:solidFill>
            <a:srgbClr val="00469A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输入四章节标题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4" name="矩形 33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2452370" y="4406265"/>
            <a:ext cx="777240" cy="775335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469A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四</a:t>
            </a:r>
            <a:endParaRPr lang="zh-CN" altLang="en-US" sz="2800" b="1">
              <a:solidFill>
                <a:srgbClr val="00469A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" name="矩形 35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229610" y="5359400"/>
            <a:ext cx="6510655" cy="775335"/>
          </a:xfrm>
          <a:prstGeom prst="rect">
            <a:avLst/>
          </a:prstGeom>
          <a:solidFill>
            <a:srgbClr val="00469A"/>
          </a:solidFill>
          <a:ln>
            <a:solidFill>
              <a:schemeClr val="accent1"/>
            </a:solidFill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输入五章节标题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宋体" panose="02010600030101010101" pitchFamily="2" charset="-122"/>
            </a:endParaRPr>
          </a:p>
        </p:txBody>
      </p:sp>
      <p:sp>
        <p:nvSpPr>
          <p:cNvPr id="37" name="矩形 36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2452370" y="5357495"/>
            <a:ext cx="777240" cy="775335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txBody>
          <a:bodyPr anchor="ctr"/>
          <a:lstStyle/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800" b="1">
                <a:solidFill>
                  <a:srgbClr val="00469A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五</a:t>
            </a:r>
            <a:endParaRPr lang="zh-CN" altLang="en-US" sz="2800" b="1">
              <a:solidFill>
                <a:srgbClr val="00469A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1" name="Group 3"/>
          <p:cNvGrpSpPr/>
          <p:nvPr/>
        </p:nvGrpSpPr>
        <p:grpSpPr>
          <a:xfrm>
            <a:off x="0" y="2060849"/>
            <a:ext cx="12192000" cy="1800225"/>
            <a:chOff x="816" y="2304"/>
            <a:chExt cx="1440" cy="448"/>
          </a:xfrm>
        </p:grpSpPr>
        <p:sp>
          <p:nvSpPr>
            <p:cNvPr id="32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4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4000" b="1" dirty="0">
                  <a:solidFill>
                    <a:srgbClr val="FFFFFF"/>
                  </a:solidFill>
                  <a:effectLst/>
                  <a:latin typeface="Calibri" panose="020F0502020204030204" charset="0"/>
                  <a:cs typeface="Arial" panose="020B0604020202020204" pitchFamily="34" charset="0"/>
                </a:rPr>
                <a:t>输入一章节标题</a:t>
              </a:r>
              <a:endParaRPr lang="zh-CN" altLang="en-US" sz="4000" b="1" dirty="0">
                <a:solidFill>
                  <a:srgbClr val="FFFFFF"/>
                </a:solidFill>
                <a:effectLst/>
                <a:latin typeface="Calibri" panose="020F0502020204030204" charset="0"/>
                <a:cs typeface="Arial" panose="020B060402020202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75640"/>
            <a:ext cx="121919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cap="none" spc="0" normalizeH="0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charset="-122"/>
                <a:cs typeface="+mj-cs"/>
              </a:rPr>
              <a:t>页面标题</a:t>
            </a:r>
            <a:endParaRPr kumimoji="0" lang="zh-CN" altLang="en-US" sz="3600" b="1" i="0" u="none" strike="noStrike" cap="none" spc="0" normalizeH="0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charset="-122"/>
              <a:cs typeface="+mj-cs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0" y="75640"/>
            <a:ext cx="12191999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600" b="1" i="0" u="none" strike="noStrike" cap="none" spc="0" normalizeH="0" baseline="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微软雅黑" panose="020B0503020204020204" charset="-122"/>
                <a:cs typeface="+mj-cs"/>
              </a:rPr>
              <a:t>页面标题</a:t>
            </a:r>
            <a:endParaRPr kumimoji="0" lang="zh-CN" altLang="en-US" sz="3600" b="1" i="0" u="none" strike="noStrike" cap="none" spc="0" normalizeH="0" baseline="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微软雅黑" panose="020B0503020204020204" charset="-122"/>
              <a:cs typeface="+mj-cs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09575" y="904875"/>
          <a:ext cx="11432540" cy="5414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3220"/>
                <a:gridCol w="1633220"/>
                <a:gridCol w="1633220"/>
                <a:gridCol w="1633220"/>
                <a:gridCol w="1633220"/>
                <a:gridCol w="1633220"/>
                <a:gridCol w="1633220"/>
              </a:tblGrid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  <a:tr h="77343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5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54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55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56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57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58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59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60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61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62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63.xml><?xml version="1.0" encoding="utf-8"?>
<p:tagLst xmlns:p="http://schemas.openxmlformats.org/presentationml/2006/main">
  <p:tag name="KSO_WM_DIAGRAM_VIRTUALLY_FRAME" val="{&quot;height&quot;:159.30118110236222,&quot;left&quot;:105.7851968503937,&quot;top&quot;:162.27149606299213,&quot;width&quot;:703.0702362204725}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WPS 演示</Application>
  <PresentationFormat>宽屏</PresentationFormat>
  <Paragraphs>32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8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华文中宋</vt:lpstr>
      <vt:lpstr>OPPOSans M</vt:lpstr>
      <vt:lpstr>OPPOSans R</vt:lpstr>
      <vt:lpstr>OPPOSans B</vt:lpstr>
      <vt:lpstr>思源黑体 CN Regular</vt:lpstr>
      <vt:lpstr>Avenir Book</vt:lpstr>
      <vt:lpstr>Microsoft YaHei UI</vt:lpstr>
      <vt:lpstr>Avenir Heavy</vt:lpstr>
      <vt:lpstr>Helvetica Neue Medium</vt:lpstr>
      <vt:lpstr>Bodoni SvtyTwo ITC TT-Bold</vt:lpstr>
      <vt:lpstr>MicrosoftYaHei-Bold</vt:lpstr>
      <vt:lpstr>OPPOSans H</vt:lpstr>
      <vt:lpstr>OPPOSans L</vt:lpstr>
      <vt:lpstr>MiSans Semibold</vt:lpstr>
      <vt:lpstr>阿里巴巴普惠体 R</vt:lpstr>
      <vt:lpstr>Alibaba PuHuiTi L</vt:lpstr>
      <vt:lpstr>vivo type CN Regular</vt:lpstr>
      <vt:lpstr>等线</vt:lpstr>
      <vt:lpstr>OPPOSans Bold</vt:lpstr>
      <vt:lpstr>Open Sans</vt:lpstr>
      <vt:lpstr>vivo type CN Medium</vt:lpstr>
      <vt:lpstr>Roboto</vt:lpstr>
      <vt:lpstr>Microsoft YaHei UI Regular</vt:lpstr>
      <vt:lpstr>Helvetica</vt:lpstr>
      <vt:lpstr>Verdana</vt:lpstr>
      <vt:lpstr>Microsoft YaHei Bold</vt:lpstr>
      <vt:lpstr>Helvetica Light</vt:lpstr>
      <vt:lpstr>PingFang SC Semibold</vt:lpstr>
      <vt:lpstr>Calibri</vt:lpstr>
      <vt:lpstr>vivo type 简 Regular</vt:lpstr>
      <vt:lpstr>JetBrains Mono</vt:lpstr>
      <vt:lpstr>Helvetica Neue</vt:lpstr>
      <vt:lpstr>PingFang SC Medium</vt:lpstr>
      <vt:lpstr>DIN Condensed Bold</vt:lpstr>
      <vt:lpstr>vivo type 简 Medium</vt:lpstr>
      <vt:lpstr>微软雅黑 Light</vt:lpstr>
      <vt:lpstr>Times New Roman</vt:lpstr>
      <vt:lpstr>Source Sans Pro</vt:lpstr>
      <vt:lpstr>Gotham Book</vt:lpstr>
      <vt:lpstr>Wingdings 2</vt:lpstr>
      <vt:lpstr>HYb2gj</vt:lpstr>
      <vt:lpstr>Wingdings</vt:lpstr>
      <vt:lpstr>MiSans-Medium</vt:lpstr>
      <vt:lpstr>MiSans-Medium</vt:lpstr>
      <vt:lpstr>MiSans-Medium</vt:lpstr>
      <vt:lpstr>Montserrat</vt:lpstr>
      <vt:lpstr>.AppleSystemUIFont</vt:lpstr>
      <vt:lpstr>.AppleSystemUIFont</vt:lpstr>
      <vt:lpstr>MiSans-Bold</vt:lpstr>
      <vt:lpstr>Microsoft YaHei UI Bold</vt:lpstr>
      <vt:lpstr>Verdana</vt:lpstr>
      <vt:lpstr>-윤고딕130</vt:lpstr>
      <vt:lpstr>Lato</vt:lpstr>
      <vt:lpstr>Helvetica Neue Medium</vt:lpstr>
      <vt:lpstr>阿里巴巴普惠体 Heavy</vt:lpstr>
      <vt:lpstr>Century Gothic</vt:lpstr>
      <vt:lpstr>MingLiU-ExtB</vt:lpstr>
      <vt:lpstr>Segoe Print</vt:lpstr>
      <vt:lpstr>思源宋體 Heavy</vt:lpstr>
      <vt:lpstr>思源黑体 CN Bold</vt:lpstr>
      <vt:lpstr>Roboto Regular</vt:lpstr>
      <vt:lpstr>Roboto</vt:lpstr>
      <vt:lpstr>思源黑体 CN Normal</vt:lpstr>
      <vt:lpstr>思源宋体 CN Heavy</vt:lpstr>
      <vt:lpstr>思源黑体 CN Heavy</vt:lpstr>
      <vt:lpstr>思源黑体 CN Medium</vt:lpstr>
      <vt:lpstr>-apple-system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FFFFFFFFFFFFF</dc:creator>
  <cp:lastModifiedBy>FFFFFFFFFFFFF</cp:lastModifiedBy>
  <cp:revision>163</cp:revision>
  <dcterms:created xsi:type="dcterms:W3CDTF">2019-06-19T02:08:00Z</dcterms:created>
  <dcterms:modified xsi:type="dcterms:W3CDTF">2026-07-19T04:43:33Z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0AD134F8E2184A2D8378D58AC3870614_11</vt:lpwstr>
  </property>
</Properties>
</file>